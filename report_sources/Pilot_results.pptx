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presentations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Pilot_results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enables you to weave together content and executable code into a finished presentation. To learn more about Quarto presentations see </a:t>
            </a:r>
            <a:r>
              <a:rPr>
                <a:hlinkClick r:id="rId2"/>
              </a:rPr>
              <a:t>https://quarto.org/docs/presentations/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document will be generated that includes:</a:t>
            </a:r>
          </a:p>
          <a:p>
            <a:pPr lvl="0"/>
            <a:r>
              <a:rPr/>
              <a:t>Content authored with markdown</a:t>
            </a:r>
          </a:p>
          <a:p>
            <a:pPr lvl="0"/>
            <a:r>
              <a:rPr/>
              <a:t>Output from executable code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presentation will be generated that includes both content and the output of embedded code. You can embed code like this: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Load packages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Caraterísticas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  <a:r>
                        <a:rPr/>
                        <a:t> (n = 75)</a:t>
                      </a:r>
                      <a:r>
                        <a:rPr baseline="30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Jorge Basadre - VMT</a:t>
                      </a:r>
                      <a:r>
                        <a:rPr baseline="30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Santísima Virgen de Chapi - Pachacamac</a:t>
                      </a:r>
                      <a:r>
                        <a:rPr baseline="30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0028 Jesus y María - La Molina</a:t>
                      </a:r>
                      <a:r>
                        <a:rPr baseline="30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p-value</a:t>
                      </a:r>
                      <a:r>
                        <a:rPr baseline="30000"/>
                        <a:t>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Glucosa en ayunas (mg/dL)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86.00 (82.00, 91.00)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87.00 (83.00, 91.00)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87.00 (82.00, 93.00)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83.00 (80.00, 89.00)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0.051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Triglicéridos (mg/dL)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100.00 (77.00, 123.00)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100.00 (84.00, 125.00)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105.00 (75.00, 118.00)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102.00 (78.00, 121.00)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0.948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LHDL-c (mg/dL)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43.00 (36.00, 51.00)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44.00 (37.00, 50.00)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40.00 (35.00, 48.00)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44.00 (38.00, 51.00)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0.583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Colesterol total (mg/dL)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134.00 (110.00, 158.00)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121.00 (112.00, 136.00)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140.00 (103.00, 159.00)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143.00 (122.00, 158.00)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aseline="30000"/>
                        <a:t>1</a:t>
                      </a:r>
                      <a:r>
                        <a:rPr/>
                        <a:t> Median (Q1, Q3)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aseline="30000"/>
                        <a:t>2</a:t>
                      </a:r>
                      <a:r>
                        <a:rPr/>
                        <a:t> Kruskal-Wallis rank sum 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Pilot_results</dc:title>
  <dc:creator/>
  <cp:keywords/>
  <dcterms:created xsi:type="dcterms:W3CDTF">2025-12-16T22:00:37Z</dcterms:created>
  <dcterms:modified xsi:type="dcterms:W3CDTF">2025-12-16T22:00:37Z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source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