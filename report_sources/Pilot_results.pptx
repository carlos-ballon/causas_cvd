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Pilot_results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Pilot_results</dc:title>
  <dc:creator/>
  <cp:keywords/>
  <dcterms:created xsi:type="dcterms:W3CDTF">2025-12-13T15:52:22Z</dcterms:created>
  <dcterms:modified xsi:type="dcterms:W3CDTF">2025-12-13T15:52:22Z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